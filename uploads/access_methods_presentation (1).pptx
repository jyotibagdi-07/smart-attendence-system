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Methods in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Parvati</a:t>
            </a:r>
          </a:p>
          <a:p>
            <a:r>
              <a:t>Subject: OS</a:t>
            </a:r>
          </a:p>
          <a:p>
            <a:r>
              <a:t>Topic: Access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system manages data</a:t>
            </a:r>
          </a:p>
          <a:p>
            <a:r>
              <a:t>Access method defines how data is accessed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Sequential Access</a:t>
            </a:r>
          </a:p>
          <a:p>
            <a:r>
              <a:t>2. Direct Access</a:t>
            </a:r>
          </a:p>
          <a:p>
            <a:r>
              <a:t>3. Indexed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access</a:t>
            </a:r>
          </a:p>
          <a:p>
            <a:r>
              <a:t>Slow but simple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R1 → R2 → R3 → R4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access</a:t>
            </a:r>
          </a:p>
          <a:p>
            <a:r>
              <a:t>Jump directly to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Jump to Block 5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using index</a:t>
            </a:r>
          </a:p>
          <a:p>
            <a:r>
              <a:t>Then access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→ Address →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Sequential: Slow</a:t>
            </a:r>
          </a:p>
          <a:p>
            <a:r>
              <a:t>Direct: Fast</a:t>
            </a:r>
          </a:p>
          <a:p>
            <a:r>
              <a:t>Indexed: Very Fast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methods improve efficiency</a:t>
            </a:r>
          </a:p>
          <a:p>
            <a:r>
              <a:t>Choose based on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